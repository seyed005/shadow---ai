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Security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Employee ID</a:t>
            </a:r>
          </a:p>
          <a:p>
            <a:r>
              <a:t>EMP-2026-0051</a:t>
            </a:r>
          </a:p>
          <a:p/>
          <a:p>
            <a:r>
              <a:t>Email</a:t>
            </a:r>
          </a:p>
          <a:p>
            <a:r>
              <a:t>analyst@example.com</a:t>
            </a:r>
          </a:p>
          <a:p/>
          <a:p>
            <a:r>
              <a:t>Internal Server</a:t>
            </a:r>
          </a:p>
          <a:p>
            <a:r>
              <a:t>192.168.10.15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Password</a:t>
            </a:r>
          </a:p>
          <a:p>
            <a:r>
              <a:t>DemoPass456</a:t>
            </a:r>
          </a:p>
          <a:p/>
          <a:p>
            <a:r>
              <a:t>API Key</a:t>
            </a:r>
          </a:p>
          <a:p>
            <a:r>
              <a:t>sk-demo-987654321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